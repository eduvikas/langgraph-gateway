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PrismGate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intelligence for enterprise AI spend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743200" cy="0"/>
          </a:xfrm>
          <a:prstGeom prst="line">
            <a:avLst/>
          </a:prstGeom>
          <a:noFill/>
          <a:ln w="25400">
            <a:solidFill>
              <a:srgbClr val="2BB8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we’re addressing</a:t>
            </a:r>
            <a:endParaRPr lang="en-US" sz="2000" dirty="0"/>
          </a:p>
        </p:txBody>
      </p:sp>
      <p:pic>
        <p:nvPicPr>
          <p:cNvPr id="7" name="Image 0" descr="/home/claude/prismgate-build/assets/icons/dollar-sign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5511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has no owner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898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calls models independently. Nobody can say which use case earns its cost.</a:t>
            </a:r>
            <a:endParaRPr lang="en-US" sz="1250" dirty="0"/>
          </a:p>
        </p:txBody>
      </p:sp>
      <p:pic>
        <p:nvPicPr>
          <p:cNvPr id="10" name="Image 1" descr="/home/claude/prismgate-build/assets/icons/alert-triangle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602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 burn budget overnight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3950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stuck retry loop can silently run up thousands before anyone notices.</a:t>
            </a:r>
            <a:endParaRPr lang="en-US" sz="1250" dirty="0"/>
          </a:p>
        </p:txBody>
      </p:sp>
      <p:pic>
        <p:nvPicPr>
          <p:cNvPr id="13" name="Image 2" descr="/home/claude/prismgate-build/assets/icons/eye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09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46542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cost per outcome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5001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sees a token bill. Leadership needs cost per ticket resolved, per PR reviewed.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framing — figures throughout this deck are placeholders for your actual usage data.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098280" y="26517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where cloud spend was before FinOps existed.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9098280" y="4160520"/>
            <a:ext cx="548640" cy="0"/>
          </a:xfrm>
          <a:prstGeom prst="line">
            <a:avLst/>
          </a:prstGeom>
          <a:noFill/>
          <a:ln w="25400">
            <a:solidFill>
              <a:srgbClr val="2BB89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098280" y="4343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PrismGate is the control plane before it becomes a crisis.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today, and what changes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gateway vs. with PrismGate in front of every model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BE7E2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41732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E6F5F1"/>
          </a:solidFill>
          <a:ln/>
        </p:spPr>
      </p:sp>
      <p:pic>
        <p:nvPicPr>
          <p:cNvPr id="6" name="Image 0" descr="/home/claude/prismgate-build/assets/icons/x-circle-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today</a:t>
            </a:r>
            <a:endParaRPr lang="en-US" sz="1800" dirty="0"/>
          </a:p>
        </p:txBody>
      </p:sp>
      <p:pic>
        <p:nvPicPr>
          <p:cNvPr id="8" name="Image 1" descr="/home/claude/prismgate-build/assets/icons/check-circle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B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PrismGate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68680" y="2459736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124712" y="2322576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visibility — every team’s spend is a separate, invisible line item.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300984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124712" y="3163824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pays frontier-model prices, even trivial ones.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4142232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124712" y="4005072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questions get re-answered, and re-paid for, every time.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68680" y="4983480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124712" y="4846320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agent loops have nothing to stop them mid-flight.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68680" y="5824728"/>
            <a:ext cx="82296" cy="82296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124712" y="5687568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or comparing model providers means re-plumbing every app.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3680" y="2459736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39712" y="2322576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gateway meters every call by team, app, and outcome.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300984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39712" y="3163824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sends easy requests to small models, hard ones to frontier.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142232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39712" y="4005072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layer serves repeat questions for free.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4983480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39712" y="4846320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guardrails block a runaway loop before it exhausts spend.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83680" y="5824728"/>
            <a:ext cx="82296" cy="82296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839712" y="5687568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point — swap or add providers behind it freely.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PrismGate is actually built on,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E6F5F1"/>
          </a:solidFill>
          <a:ln/>
        </p:spPr>
      </p:sp>
      <p:pic>
        <p:nvPicPr>
          <p:cNvPr id="6" name="Image 0" descr="/home/claude/prismgate-build/assets/icons/git-branch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3317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7919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every request as a state graph — classify, cache, budget, route — with real conditional branching.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673352"/>
            <a:ext cx="502920" cy="502920"/>
          </a:xfrm>
          <a:prstGeom prst="ellipse">
            <a:avLst/>
          </a:prstGeom>
          <a:solidFill>
            <a:srgbClr val="E6F5F1"/>
          </a:solidFill>
          <a:ln/>
        </p:spPr>
      </p:sp>
      <p:pic>
        <p:nvPicPr>
          <p:cNvPr id="11" name="Image 1" descr="/home/claude/prismgate-build/assets/icons/activity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3317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67919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becomes a traced span: latency, input/output, and cost, filterable per app.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1673352"/>
            <a:ext cx="502920" cy="502920"/>
          </a:xfrm>
          <a:prstGeom prst="ellipse">
            <a:avLst/>
          </a:prstGeom>
          <a:solidFill>
            <a:srgbClr val="FBF0DF"/>
          </a:solidFill>
          <a:ln/>
        </p:spPr>
      </p:sp>
      <p:pic>
        <p:nvPicPr>
          <p:cNvPr id="16" name="Image 2" descr="/home/claude/prismgate-build/assets/icons/zap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3317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&amp; mid-tier APIs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67919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and Anthropic models behind the same interface — swap providers without touching app code.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FBE7E2"/>
          </a:solidFill>
          <a:ln/>
        </p:spPr>
      </p:sp>
      <p:pic>
        <p:nvPicPr>
          <p:cNvPr id="21" name="Image 3" descr="/home/claude/prismgate-build/assets/icons/server-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92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compute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23951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and CPU clusters for small and mid-tier open models — detailed on the architecture diagram.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33672"/>
            <a:ext cx="502920" cy="502920"/>
          </a:xfrm>
          <a:prstGeom prst="ellipse">
            <a:avLst/>
          </a:prstGeom>
          <a:solidFill>
            <a:srgbClr val="E6F5F1"/>
          </a:solidFill>
          <a:ln/>
        </p:spPr>
      </p:sp>
      <p:pic>
        <p:nvPicPr>
          <p:cNvPr id="26" name="Image 4" descr="/home/claude/prismgate-build/assets/icons/database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343400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9432" y="4892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budget store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523951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response cache and per-app spend tracking — in-memory today, Redis in production.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233672"/>
            <a:ext cx="502920" cy="502920"/>
          </a:xfrm>
          <a:prstGeom prst="ellipse">
            <a:avLst/>
          </a:prstGeom>
          <a:solidFill>
            <a:srgbClr val="FBF0DF"/>
          </a:solidFill>
          <a:ln/>
        </p:spPr>
      </p:sp>
      <p:pic>
        <p:nvPicPr>
          <p:cNvPr id="31" name="Image 5" descr="/home/claude/prismgate-build/assets/icons/target-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4892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Cost-per-outcome reporting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23951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maps to a business outcome — ticket resolved, PR reviewed — not just tokens.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future enhancements, in rough priority order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13203A"/>
          </a:solidFill>
          <a:ln/>
        </p:spPr>
      </p:sp>
      <p:pic>
        <p:nvPicPr>
          <p:cNvPr id="6" name="Image 0" descr="/home/claude/prismgate-build/assets/icons/check-circle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47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06324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724912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2578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by complexity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474720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33284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guardrails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4224528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078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OpenAI / Claude models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974336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48280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5724144"/>
            <a:ext cx="73152" cy="73152"/>
          </a:xfrm>
          <a:prstGeom prst="ellipse">
            <a:avLst/>
          </a:prstGeom>
          <a:solidFill>
            <a:srgbClr val="2BB89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51560" y="5577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Cost-per-outcome report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79976" y="155448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13203A"/>
          </a:solidFill>
          <a:ln/>
        </p:spPr>
      </p:sp>
      <p:pic>
        <p:nvPicPr>
          <p:cNvPr id="20" name="Image 1" descr="/home/claude/prismgate-build/assets/icons/compass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2880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57216" y="1847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654296" y="2423160"/>
            <a:ext cx="306324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54296" y="2724912"/>
            <a:ext cx="73152" cy="73152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882896" y="2578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 (embedding match, not exact text)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654296" y="3474720"/>
            <a:ext cx="73152" cy="73152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82896" y="33284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router, trained on real routing outcomes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654296" y="4224528"/>
            <a:ext cx="73152" cy="73152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82896" y="4078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evals before promoting a cheaper tier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211312" y="1554480"/>
            <a:ext cx="3611880" cy="4663440"/>
          </a:xfrm>
          <a:prstGeom prst="roundRect">
            <a:avLst>
              <a:gd name="adj" fmla="val 1772"/>
            </a:avLst>
          </a:prstGeom>
          <a:solidFill>
            <a:srgbClr val="13203A"/>
          </a:solidFill>
          <a:ln/>
        </p:spPr>
      </p:sp>
      <p:pic>
        <p:nvPicPr>
          <p:cNvPr id="30" name="Image 2" descr="/home/claude/prismgate-build/assets/icons/layers-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2880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847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700" dirty="0"/>
          </a:p>
        </p:txBody>
      </p:sp>
      <p:sp>
        <p:nvSpPr>
          <p:cNvPr id="32" name="Shape 27"/>
          <p:cNvSpPr/>
          <p:nvPr/>
        </p:nvSpPr>
        <p:spPr>
          <a:xfrm>
            <a:off x="8485632" y="2423160"/>
            <a:ext cx="3063240" cy="0"/>
          </a:xfrm>
          <a:prstGeom prst="line">
            <a:avLst/>
          </a:prstGeom>
          <a:noFill/>
          <a:ln w="12700">
            <a:solidFill>
              <a:srgbClr val="33456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485632" y="2724912"/>
            <a:ext cx="73152" cy="73152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714232" y="2578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for data residency / compliance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485632" y="3474720"/>
            <a:ext cx="73152" cy="73152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714232" y="33284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real billing store in place of in-memory state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485632" y="4224528"/>
            <a:ext cx="73152" cy="73152"/>
          </a:xfrm>
          <a:prstGeom prst="ellipse">
            <a:avLst/>
          </a:prstGeom>
          <a:solidFill>
            <a:srgbClr val="D9654F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714232" y="4078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failover across providers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6355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project README and architecture diagram.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2026-09-24T00:53:14Z</dcterms:created>
  <dcterms:modified xsi:type="dcterms:W3CDTF">2026-09-24T00:53:14Z</dcterms:modified>
</cp:coreProperties>
</file>